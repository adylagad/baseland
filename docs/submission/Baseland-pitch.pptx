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Baseland turns every market event into a Play: a short mission that lives in your Dynamic Island. It buys evidence over x402 when it has to decide, and it only trades when you long-press.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 it, it watches in plain code, Claude decides once at the trigger and pays for evidence, and you approve from the Island.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ran it with real money once, capped at three dollars: a live Play bought 0.0012749 ETH at $2,329.58, approved with a long-press in the Dynamic Island, and the take-profit and stop-loss ride on the Coinbase order. The model never holds an order tool; the engine checks the Leash, previews, then places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Anyone can try it from Claude Code with one command, no phone needed. The repo has the app to build from source. Our one ask to Coinbase: Scoped OAuth for third-party apps, with a server-enforced x402 budget, so nobody has to paste an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8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BASELAND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8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BASELAND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Every market event becomes a Play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BCC4"/>
                </a:solidFill>
              </a:rPr>
              <a:t>A trading agent that lives in your Dynamic Island. It pays for the evidence it needs over x402, and it trades only when you long-press.</a:t>
            </a:r>
            <a:endParaRPr lang="en-US" sz="2000" dirty="0"/>
          </a:p>
        </p:txBody>
      </p:sp>
      <p:sp>
        <p:nvSpPr>
          <p:cNvPr id="4" name="Island"/>
          <p:cNvSpPr/>
          <p:nvPr/>
        </p:nvSpPr>
        <p:spPr>
          <a:xfrm>
            <a:off x="548640" y="388620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4078224"/>
            <a:ext cx="182880" cy="182880"/>
          </a:xfrm>
          <a:prstGeom prst="ellipse">
            <a:avLst/>
          </a:prstGeom>
          <a:solidFill>
            <a:srgbClr val="FF6A3D"/>
          </a:solidFill>
          <a:ln w="12700">
            <a:solidFill>
              <a:srgbClr val="FF6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3886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38862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$3.00?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9"/>
                </a:solidFill>
              </a:rPr>
              <a:t>Your call: long-press to approve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6217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F99"/>
                </a:solidFill>
              </a:rPr>
              <a:t>CalHacks 2026 · Coinbase: Trading Agents (+ x402)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61A"/>
                </a:solidFill>
              </a:rPr>
              <a:t>A Play is one event, start to finish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548640" y="1874520"/>
            <a:ext cx="2560320" cy="2697480"/>
          </a:xfrm>
          <a:prstGeom prst="roundRect">
            <a:avLst>
              <a:gd name="adj" fmla="val 5357"/>
            </a:avLst>
          </a:prstGeom>
          <a:solidFill>
            <a:srgbClr val="F5F3EE"/>
          </a:solidFill>
          <a:ln w="12700">
            <a:solidFill>
              <a:srgbClr val="E2DF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3D7BFF"/>
          </a:solidFill>
          <a:ln w="12700">
            <a:solidFill>
              <a:srgbClr val="3D7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A"/>
                </a:solidFill>
              </a:rPr>
              <a:t>Arm 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F59"/>
                </a:solidFill>
              </a:rPr>
              <a:t>Say it in plain words, swipe a suggested card, or let Claude Code create it.</a:t>
            </a:r>
            <a:endParaRPr lang="en-US" sz="1500" dirty="0"/>
          </a:p>
        </p:txBody>
      </p:sp>
      <p:sp>
        <p:nvSpPr>
          <p:cNvPr id="8" name="Step 2"/>
          <p:cNvSpPr/>
          <p:nvPr/>
        </p:nvSpPr>
        <p:spPr>
          <a:xfrm>
            <a:off x="3364992" y="1874520"/>
            <a:ext cx="2560320" cy="2697480"/>
          </a:xfrm>
          <a:prstGeom prst="roundRect">
            <a:avLst>
              <a:gd name="adj" fmla="val 5357"/>
            </a:avLst>
          </a:prstGeom>
          <a:solidFill>
            <a:srgbClr val="F5F3EE"/>
          </a:solidFill>
          <a:ln w="12700">
            <a:solidFill>
              <a:srgbClr val="E2DF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2148840"/>
            <a:ext cx="548640" cy="548640"/>
          </a:xfrm>
          <a:prstGeom prst="ellipse">
            <a:avLst/>
          </a:prstGeom>
          <a:solidFill>
            <a:srgbClr val="8E96A3"/>
          </a:solidFill>
          <a:ln w="12700">
            <a:solidFill>
              <a:srgbClr val="8E96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931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A"/>
                </a:solidFill>
              </a:rPr>
              <a:t>Watch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34747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F59"/>
                </a:solidFill>
              </a:rPr>
              <a:t>Plain code watches Coinbase's live prices. No AI in the loop.</a:t>
            </a:r>
            <a:endParaRPr lang="en-US" sz="1500" dirty="0"/>
          </a:p>
        </p:txBody>
      </p:sp>
      <p:sp>
        <p:nvSpPr>
          <p:cNvPr id="13" name="Step 3"/>
          <p:cNvSpPr/>
          <p:nvPr/>
        </p:nvSpPr>
        <p:spPr>
          <a:xfrm>
            <a:off x="6181344" y="1874520"/>
            <a:ext cx="2560320" cy="2697480"/>
          </a:xfrm>
          <a:prstGeom prst="roundRect">
            <a:avLst>
              <a:gd name="adj" fmla="val 5357"/>
            </a:avLst>
          </a:prstGeom>
          <a:solidFill>
            <a:srgbClr val="F5F3EE"/>
          </a:solidFill>
          <a:ln w="12700">
            <a:solidFill>
              <a:srgbClr val="E2DF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55664" y="2148840"/>
            <a:ext cx="548640" cy="548640"/>
          </a:xfrm>
          <a:prstGeom prst="ellipse">
            <a:avLst/>
          </a:prstGeom>
          <a:solidFill>
            <a:srgbClr val="FFB224"/>
          </a:solidFill>
          <a:ln w="12700">
            <a:solidFill>
              <a:srgbClr val="FFB2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A"/>
                </a:solidFill>
              </a:rPr>
              <a:t>Decide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4747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F59"/>
                </a:solidFill>
              </a:rPr>
              <a:t>When the trigger fires, Claude decides once and buys evidence over x402.</a:t>
            </a:r>
            <a:endParaRPr lang="en-US" sz="1500" dirty="0"/>
          </a:p>
        </p:txBody>
      </p:sp>
      <p:sp>
        <p:nvSpPr>
          <p:cNvPr id="18" name="Step 4"/>
          <p:cNvSpPr/>
          <p:nvPr/>
        </p:nvSpPr>
        <p:spPr>
          <a:xfrm>
            <a:off x="8997696" y="1874520"/>
            <a:ext cx="2560320" cy="2697480"/>
          </a:xfrm>
          <a:prstGeom prst="roundRect">
            <a:avLst>
              <a:gd name="adj" fmla="val 5357"/>
            </a:avLst>
          </a:prstGeom>
          <a:solidFill>
            <a:srgbClr val="F5F3EE"/>
          </a:solidFill>
          <a:ln w="12700">
            <a:solidFill>
              <a:srgbClr val="E2DF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72016" y="2148840"/>
            <a:ext cx="548640" cy="548640"/>
          </a:xfrm>
          <a:prstGeom prst="ellipse">
            <a:avLst/>
          </a:prstGeom>
          <a:solidFill>
            <a:srgbClr val="FF6A3D"/>
          </a:solidFill>
          <a:ln w="12700">
            <a:solidFill>
              <a:srgbClr val="FF6A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7201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272016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A"/>
                </a:solidFill>
              </a:rPr>
              <a:t>Approve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272016" y="34747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F59"/>
                </a:solidFill>
              </a:rPr>
              <a:t>It asks in the Dynamic Island. Long-press, and the order is placed.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F59"/>
                </a:solidFill>
              </a:rPr>
              <a:t>Simulated Plays say GHOST everywhere: in the app, the Island and every receipt. Live ones say LIVE.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61A"/>
                </a:solidFill>
              </a:rPr>
              <a:t>Real money, on a short leash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BD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$2.97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414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F59"/>
                </a:solidFill>
              </a:rPr>
              <a:t>of real ETH, approved from the Dynamic Island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D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±3%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587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F59"/>
                </a:solidFill>
              </a:rPr>
              <a:t>take-profit and stop-loss, held by Coinbase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76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F59"/>
                </a:solidFill>
              </a:rPr>
              <a:t>order tools the model holds</a:t>
            </a:r>
            <a:endParaRPr lang="en-US" sz="1500" dirty="0"/>
          </a:p>
        </p:txBody>
      </p:sp>
      <p:sp>
        <p:nvSpPr>
          <p:cNvPr id="9" name="Controls"/>
          <p:cNvSpPr/>
          <p:nvPr/>
        </p:nvSpPr>
        <p:spPr>
          <a:xfrm>
            <a:off x="5760720" y="1554480"/>
            <a:ext cx="5852160" cy="4297680"/>
          </a:xfrm>
          <a:prstGeom prst="roundRect">
            <a:avLst>
              <a:gd name="adj" fmla="val 3191"/>
            </a:avLst>
          </a:prstGeom>
          <a:solidFill>
            <a:srgbClr val="F5F3EE"/>
          </a:solidFill>
          <a:ln w="12700">
            <a:solidFill>
              <a:srgbClr val="E2DF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856232"/>
            <a:ext cx="201168" cy="201168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830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</a:rPr>
              <a:t>Claude returns a decision, never an order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30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F59"/>
                </a:solidFill>
              </a:rPr>
              <a:t>The engine checks the Leash, previews, then places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660904"/>
            <a:ext cx="201168" cy="201168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587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</a:rPr>
              <a:t>The Leash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9352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F59"/>
                </a:solidFill>
              </a:rPr>
              <a:t>Order, Play and evidence caps; $3 ceiling live.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3465576"/>
            <a:ext cx="201168" cy="201168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33924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</a:rPr>
              <a:t>You approve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7398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F59"/>
                </a:solidFill>
              </a:rPr>
              <a:t>A long-press in the Dynamic Island or on the lock screen.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4270248"/>
            <a:ext cx="201168" cy="201168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1970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</a:rPr>
              <a:t>Exits held by Coinbase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544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F59"/>
                </a:solidFill>
              </a:rPr>
              <a:t>Take-profit and stop-loss ride on the order itself.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5074920"/>
            <a:ext cx="201168" cy="201168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50017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</a:rPr>
              <a:t>Kill switch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F59"/>
                </a:solidFill>
              </a:rPr>
              <a:t>In the app, Control Center and Siri.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Try it, and bring your own agent</a:t>
            </a:r>
            <a:endParaRPr lang="en-US" sz="3600" dirty="0"/>
          </a:p>
        </p:txBody>
      </p:sp>
      <p:sp>
        <p:nvSpPr>
          <p:cNvPr id="3" name="Command"/>
          <p:cNvSpPr/>
          <p:nvPr/>
        </p:nvSpPr>
        <p:spPr>
          <a:xfrm>
            <a:off x="548640" y="1600200"/>
            <a:ext cx="6675120" cy="960120"/>
          </a:xfrm>
          <a:prstGeom prst="roundRect">
            <a:avLst>
              <a:gd name="adj" fmla="val 11429"/>
            </a:avLst>
          </a:prstGeom>
          <a:solidFill>
            <a:srgbClr val="1F2228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connect-claude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BCC4"/>
                </a:solidFill>
              </a:rPr>
              <a:t>Claude Code drafts, replays and arms Plays through the Baseland MCP; they land on your Island. Harness tokens are Ghost-only and can never approve.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github.com/adylagad/baseland</a:t>
            </a:r>
            <a:endParaRPr lang="en-US" sz="2000" dirty="0"/>
          </a:p>
        </p:txBody>
      </p:sp>
      <p:sp>
        <p:nvSpPr>
          <p:cNvPr id="7" name="Ask"/>
          <p:cNvSpPr/>
          <p:nvPr/>
        </p:nvSpPr>
        <p:spPr>
          <a:xfrm>
            <a:off x="7772400" y="1600200"/>
            <a:ext cx="3840480" cy="2286000"/>
          </a:xfrm>
          <a:prstGeom prst="roundRect">
            <a:avLst>
              <a:gd name="adj" fmla="val 6000"/>
            </a:avLst>
          </a:prstGeom>
          <a:solidFill>
            <a:srgbClr val="1F2228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Our ask to Coinbase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2860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BCC4"/>
                </a:solidFill>
              </a:rPr>
              <a:t>Scoped OAuth for third-party apps, with a server-enforced x402 budget, so nobody has to paste an API key.</a:t>
            </a:r>
            <a:endParaRPr lang="en-US" sz="1600" dirty="0"/>
          </a:p>
        </p:txBody>
      </p:sp>
      <p:sp>
        <p:nvSpPr>
          <p:cNvPr id="10" name="Island"/>
          <p:cNvSpPr/>
          <p:nvPr/>
        </p:nvSpPr>
        <p:spPr>
          <a:xfrm>
            <a:off x="548640" y="502920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5221224"/>
            <a:ext cx="182880" cy="18288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50292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eland">
  <a:themeElements>
    <a:clrScheme name="Baseland">
      <a:dk1>
        <a:srgbClr val="14161A"/>
      </a:dk1>
      <a:lt1>
        <a:srgbClr val="FFFFFF"/>
      </a:lt1>
      <a:dk2>
        <a:srgbClr val="4A4F59"/>
      </a:dk2>
      <a:lt2>
        <a:srgbClr val="F5F3EE"/>
      </a:lt2>
      <a:accent1>
        <a:srgbClr val="3D7BFF"/>
      </a:accent1>
      <a:accent2>
        <a:srgbClr val="FF6A3D"/>
      </a:accent2>
      <a:accent3>
        <a:srgbClr val="2BD07F"/>
      </a:accent3>
      <a:accent4>
        <a:srgbClr val="B49CFF"/>
      </a:accent4>
      <a:accent5>
        <a:srgbClr val="FF4D5E"/>
      </a:accent5>
      <a:accent6>
        <a:srgbClr val="FFB224"/>
      </a:accent6>
      <a:hlink>
        <a:srgbClr val="3D7BFF"/>
      </a:hlink>
      <a:folHlink>
        <a:srgbClr val="6A4FD0"/>
      </a:folHlink>
    </a:clrScheme>
    <a:fontScheme name="Basela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Baseland</dc:title>
  <dc:subject>PptxGenJS Presentation</dc:subject>
  <dc:creator>Baseland team</dc:creator>
  <cp:lastModifiedBy>Baseland team</cp:lastModifiedBy>
  <cp:revision>1</cp:revision>
  <dcterms:created xsi:type="dcterms:W3CDTF">2026-10-25T13:49:40Z</dcterms:created>
  <dcterms:modified xsi:type="dcterms:W3CDTF">2026-10-25T13:49:40Z</dcterms:modified>
</cp:coreProperties>
</file>